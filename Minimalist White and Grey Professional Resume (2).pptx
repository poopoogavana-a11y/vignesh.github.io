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Now Medium" charset="1" panose="00000600000000000000"/>
      <p:regular r:id="rId7"/>
    </p:embeddedFont>
    <p:embeddedFont>
      <p:font typeface="Lato" charset="1" panose="020F0502020204030203"/>
      <p:regular r:id="rId8"/>
    </p:embeddedFont>
    <p:embeddedFont>
      <p:font typeface="Now Bold" charset="1" panose="00000800000000000000"/>
      <p:regular r:id="rId9"/>
    </p:embeddedFont>
    <p:embeddedFont>
      <p:font typeface="Lato Bold" charset="1" panose="020F0502020204030203"/>
      <p:regular r:id="rId10"/>
    </p:embeddedFont>
    <p:embeddedFont>
      <p:font typeface="Aileron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417136" y="2280808"/>
            <a:ext cx="9160260" cy="0"/>
          </a:xfrm>
          <a:prstGeom prst="line">
            <a:avLst/>
          </a:prstGeom>
          <a:ln cap="flat" w="9525">
            <a:solidFill>
              <a:srgbClr val="57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93878" y="807090"/>
            <a:ext cx="6931892" cy="62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2"/>
              </a:lnSpc>
            </a:pPr>
            <a:r>
              <a:rPr lang="en-US" b="true" sz="3587" spc="717">
                <a:solidFill>
                  <a:srgbClr val="575757"/>
                </a:solidFill>
                <a:latin typeface="Now Medium"/>
                <a:ea typeface="Now Medium"/>
                <a:cs typeface="Now Medium"/>
                <a:sym typeface="Now Medium"/>
              </a:rPr>
              <a:t>VIGNESH 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65874" y="1441668"/>
            <a:ext cx="2605482" cy="35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9"/>
              </a:lnSpc>
            </a:pPr>
            <a:r>
              <a:rPr lang="en-US" sz="1007" spc="201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BCA STUDENT ARTIFICIAL INTELLIGENCE 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532623" y="4080135"/>
            <a:ext cx="6521673" cy="0"/>
          </a:xfrm>
          <a:prstGeom prst="line">
            <a:avLst/>
          </a:prstGeom>
          <a:ln cap="rnd" w="9525">
            <a:solidFill>
              <a:srgbClr val="57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811149" y="2360775"/>
            <a:ext cx="0" cy="7929942"/>
          </a:xfrm>
          <a:prstGeom prst="line">
            <a:avLst/>
          </a:prstGeom>
          <a:ln cap="rnd" w="9525">
            <a:solidFill>
              <a:srgbClr val="57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32623" y="6422103"/>
            <a:ext cx="2278526" cy="0"/>
          </a:xfrm>
          <a:prstGeom prst="line">
            <a:avLst/>
          </a:prstGeom>
          <a:ln cap="rnd" w="9525">
            <a:solidFill>
              <a:srgbClr val="57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97980" y="3065986"/>
            <a:ext cx="125210" cy="135994"/>
          </a:xfrm>
          <a:custGeom>
            <a:avLst/>
            <a:gdLst/>
            <a:ahLst/>
            <a:cxnLst/>
            <a:rect r="r" b="b" t="t" l="l"/>
            <a:pathLst>
              <a:path h="135994" w="125210">
                <a:moveTo>
                  <a:pt x="0" y="0"/>
                </a:moveTo>
                <a:lnTo>
                  <a:pt x="125210" y="0"/>
                </a:lnTo>
                <a:lnTo>
                  <a:pt x="125210" y="135994"/>
                </a:lnTo>
                <a:lnTo>
                  <a:pt x="0" y="135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951" t="0" r="0" b="-1320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7980" y="3304807"/>
            <a:ext cx="129395" cy="92795"/>
          </a:xfrm>
          <a:custGeom>
            <a:avLst/>
            <a:gdLst/>
            <a:ahLst/>
            <a:cxnLst/>
            <a:rect r="r" b="b" t="t" l="l"/>
            <a:pathLst>
              <a:path h="92795" w="129395">
                <a:moveTo>
                  <a:pt x="0" y="0"/>
                </a:moveTo>
                <a:lnTo>
                  <a:pt x="129395" y="0"/>
                </a:lnTo>
                <a:lnTo>
                  <a:pt x="129395" y="92795"/>
                </a:lnTo>
                <a:lnTo>
                  <a:pt x="0" y="92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9797" y="3504703"/>
            <a:ext cx="105762" cy="162269"/>
          </a:xfrm>
          <a:custGeom>
            <a:avLst/>
            <a:gdLst/>
            <a:ahLst/>
            <a:cxnLst/>
            <a:rect r="r" b="b" t="t" l="l"/>
            <a:pathLst>
              <a:path h="162269" w="105762">
                <a:moveTo>
                  <a:pt x="0" y="0"/>
                </a:moveTo>
                <a:lnTo>
                  <a:pt x="105762" y="0"/>
                </a:lnTo>
                <a:lnTo>
                  <a:pt x="105762" y="162268"/>
                </a:lnTo>
                <a:lnTo>
                  <a:pt x="0" y="162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97980" y="3755401"/>
            <a:ext cx="129395" cy="131669"/>
          </a:xfrm>
          <a:custGeom>
            <a:avLst/>
            <a:gdLst/>
            <a:ahLst/>
            <a:cxnLst/>
            <a:rect r="r" b="b" t="t" l="l"/>
            <a:pathLst>
              <a:path h="131669" w="129395">
                <a:moveTo>
                  <a:pt x="0" y="0"/>
                </a:moveTo>
                <a:lnTo>
                  <a:pt x="129395" y="0"/>
                </a:lnTo>
                <a:lnTo>
                  <a:pt x="129395" y="131670"/>
                </a:lnTo>
                <a:lnTo>
                  <a:pt x="0" y="1316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26701" y="2642558"/>
            <a:ext cx="267768" cy="26776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6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7980" y="2669661"/>
            <a:ext cx="212690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280">
                <a:solidFill>
                  <a:srgbClr val="575757"/>
                </a:solidFill>
                <a:latin typeface="Now Bold"/>
                <a:ea typeface="Now Bold"/>
                <a:cs typeface="Now Bold"/>
                <a:sym typeface="Now Bold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8735" y="3027355"/>
            <a:ext cx="1886154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+91 9379815478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8735" y="3249605"/>
            <a:ext cx="1886154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vigneshk@gmail.com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8735" y="3509955"/>
            <a:ext cx="1886154" cy="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9"/>
              </a:lnSpc>
            </a:pPr>
            <a:r>
              <a:rPr lang="en-US" sz="999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St claret college, Beng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8735" y="3712446"/>
            <a:ext cx="1886154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www.reallygreatsite.com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5505" y="3841475"/>
            <a:ext cx="2264980" cy="201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8"/>
              </a:lnSpc>
            </a:pPr>
          </a:p>
          <a:p>
            <a:pPr algn="l">
              <a:lnSpc>
                <a:spcPts val="1598"/>
              </a:lnSpc>
            </a:pPr>
          </a:p>
          <a:p>
            <a:pPr algn="l">
              <a:lnSpc>
                <a:spcPts val="1598"/>
              </a:lnSpc>
            </a:pPr>
          </a:p>
          <a:p>
            <a:pPr algn="l">
              <a:lnSpc>
                <a:spcPts val="1598"/>
              </a:lnSpc>
            </a:pPr>
          </a:p>
          <a:p>
            <a:pPr algn="l">
              <a:lnSpc>
                <a:spcPts val="1598"/>
              </a:lnSpc>
            </a:pPr>
            <a:r>
              <a:rPr lang="en-US" sz="1065" b="true">
                <a:solidFill>
                  <a:srgbClr val="575757"/>
                </a:solidFill>
                <a:latin typeface="Lato Bold"/>
                <a:ea typeface="Lato Bold"/>
                <a:cs typeface="Lato Bold"/>
                <a:sym typeface="Lato Bold"/>
              </a:rPr>
              <a:t>BACHELOR OF COMPUTER APPLICATIONS (BCA) - ARTIFICIAL INTELLIGENCE ST. CLARET COLLEGE, BENGALURU, KARNATAKA, INDIA</a:t>
            </a:r>
          </a:p>
          <a:p>
            <a:pPr algn="l">
              <a:lnSpc>
                <a:spcPts val="1598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515769" y="4237298"/>
            <a:ext cx="267768" cy="26776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6980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97699" y="4264400"/>
            <a:ext cx="21390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280">
                <a:solidFill>
                  <a:srgbClr val="575757"/>
                </a:solidFill>
                <a:latin typeface="Now Bold"/>
                <a:ea typeface="Now Bold"/>
                <a:cs typeface="Now Bold"/>
                <a:sym typeface="Now Bold"/>
              </a:rPr>
              <a:t>EDUCATION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15769" y="6589699"/>
            <a:ext cx="267768" cy="26776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6980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97699" y="6616802"/>
            <a:ext cx="212718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280">
                <a:solidFill>
                  <a:srgbClr val="575757"/>
                </a:solidFill>
                <a:latin typeface="Now Bold"/>
                <a:ea typeface="Now Bold"/>
                <a:cs typeface="Now Bold"/>
                <a:sym typeface="Now Bold"/>
              </a:rPr>
              <a:t>SKILLS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3055" y="6866600"/>
            <a:ext cx="1658493" cy="124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6"/>
              </a:lnSpc>
            </a:pP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  <a:p>
            <a:pPr algn="l">
              <a:lnSpc>
                <a:spcPts val="1246"/>
              </a:lnSpc>
            </a:pP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ava</a:t>
            </a:r>
          </a:p>
          <a:p>
            <a:pPr algn="l">
              <a:lnSpc>
                <a:spcPts val="1246"/>
              </a:lnSpc>
            </a:pP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C++</a:t>
            </a:r>
          </a:p>
          <a:p>
            <a:pPr algn="l">
              <a:lnSpc>
                <a:spcPts val="1246"/>
              </a:lnSpc>
            </a:pP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Artificial Intelligence Basics</a:t>
            </a:r>
          </a:p>
          <a:p>
            <a:pPr algn="l">
              <a:lnSpc>
                <a:spcPts val="1246"/>
              </a:lnSpc>
            </a:pP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Object-Oriented Programming (OOP)</a:t>
            </a:r>
          </a:p>
          <a:p>
            <a:pPr algn="l">
              <a:lnSpc>
                <a:spcPts val="1246"/>
              </a:lnSpc>
            </a:pP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Problem Solving</a:t>
            </a:r>
          </a:p>
          <a:p>
            <a:pPr algn="l">
              <a:lnSpc>
                <a:spcPts val="1246"/>
              </a:lnSpc>
            </a:pPr>
            <a:r>
              <a:rPr lang="en-US" sz="89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Al Tools (ChatGPT)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8850" y="9337305"/>
            <a:ext cx="223603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English </a:t>
            </a:r>
          </a:p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Kannada</a:t>
            </a:r>
          </a:p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Tamil</a:t>
            </a:r>
          </a:p>
          <a:p>
            <a:pPr algn="l" marL="215899" indent="-107950" lvl="1">
              <a:lnSpc>
                <a:spcPts val="1399"/>
              </a:lnSpc>
              <a:buFont typeface="Arial"/>
              <a:buChar char="•"/>
            </a:pPr>
            <a:r>
              <a:rPr lang="en-US" sz="999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Hindi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15769" y="8926662"/>
            <a:ext cx="267768" cy="26776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69804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97699" y="8953765"/>
            <a:ext cx="212718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280">
                <a:solidFill>
                  <a:srgbClr val="575757"/>
                </a:solidFill>
                <a:latin typeface="Now Bold"/>
                <a:ea typeface="Now Bold"/>
                <a:cs typeface="Now Bold"/>
                <a:sym typeface="Now Bold"/>
              </a:rPr>
              <a:t>LANGUAGES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971449" y="2642558"/>
            <a:ext cx="267768" cy="26776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6980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042728" y="2669661"/>
            <a:ext cx="4011568" cy="24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280">
                <a:solidFill>
                  <a:srgbClr val="575757"/>
                </a:solidFill>
                <a:latin typeface="Now Bold"/>
                <a:ea typeface="Now Bold"/>
                <a:cs typeface="Now Bold"/>
                <a:sym typeface="Now Bold"/>
              </a:rPr>
              <a:t>PROFILE SUMMARY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119024" y="2885380"/>
            <a:ext cx="3613922" cy="114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97"/>
              </a:lnSpc>
            </a:pPr>
          </a:p>
          <a:p>
            <a:pPr algn="just">
              <a:lnSpc>
                <a:spcPts val="1297"/>
              </a:lnSpc>
            </a:pPr>
            <a:r>
              <a:rPr lang="en-US" sz="900">
                <a:solidFill>
                  <a:srgbClr val="575757"/>
                </a:solidFill>
                <a:latin typeface="Lato"/>
                <a:ea typeface="Lato"/>
                <a:cs typeface="Lato"/>
                <a:sym typeface="Lato"/>
              </a:rPr>
              <a:t>Motivated BCA student specializing in Artificial Intelligence at St. Claret College, Bengaluru. Strong interest in technology, artificial intelligence, and software development. Completed academic projects related to Al decision-making systems and object oriented programming. Eager to gain practical experience and develop strong technical and analytical skills.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2971449" y="4237298"/>
            <a:ext cx="267768" cy="267768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69804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042728" y="4264400"/>
            <a:ext cx="4011568" cy="24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400" spc="280">
                <a:solidFill>
                  <a:srgbClr val="575757"/>
                </a:solidFill>
                <a:latin typeface="Now Bold"/>
                <a:ea typeface="Now Bold"/>
                <a:cs typeface="Now Bold"/>
                <a:sym typeface="Now Bold"/>
              </a:rPr>
              <a:t>PROJECTS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042728" y="4674860"/>
            <a:ext cx="4432236" cy="441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5" b="true">
                <a:solidFill>
                  <a:srgbClr val="575757"/>
                </a:solidFill>
                <a:latin typeface="Aileron Bold"/>
                <a:ea typeface="Aileron Bold"/>
                <a:cs typeface="Aileron Bold"/>
                <a:sym typeface="Aileron Bold"/>
              </a:rPr>
              <a:t>Autonomous Agents and Robotics Decision Making: Research activity on how autonomous agents and robots use artificial intelligence to analyze data and make decisions without human intervention.</a:t>
            </a:r>
          </a:p>
          <a:p>
            <a:pPr algn="l">
              <a:lnSpc>
                <a:spcPts val="1884"/>
              </a:lnSpc>
            </a:pPr>
          </a:p>
          <a:p>
            <a:pPr algn="l">
              <a:lnSpc>
                <a:spcPts val="1884"/>
              </a:lnSpc>
            </a:pPr>
            <a:r>
              <a:rPr lang="en-US" sz="1345" b="true">
                <a:solidFill>
                  <a:srgbClr val="575757"/>
                </a:solidFill>
                <a:latin typeface="Aileron Bold"/>
                <a:ea typeface="Aileron Bold"/>
                <a:cs typeface="Aileron Bold"/>
                <a:sym typeface="Aileron Bold"/>
              </a:rPr>
              <a:t>Evolution of Storage Devices: Study of data storage technologies from early storage systems to modem solutions like hard drives, SSDs, and cloud storage.</a:t>
            </a:r>
          </a:p>
          <a:p>
            <a:pPr algn="l">
              <a:lnSpc>
                <a:spcPts val="1884"/>
              </a:lnSpc>
            </a:pPr>
          </a:p>
          <a:p>
            <a:pPr algn="l">
              <a:lnSpc>
                <a:spcPts val="1884"/>
              </a:lnSpc>
            </a:pPr>
            <a:r>
              <a:rPr lang="en-US" sz="1345" b="true">
                <a:solidFill>
                  <a:srgbClr val="575757"/>
                </a:solidFill>
                <a:latin typeface="Aileron Bold"/>
                <a:ea typeface="Aileron Bold"/>
                <a:cs typeface="Aileron Bold"/>
                <a:sym typeface="Aileron Bold"/>
              </a:rPr>
              <a:t>Object Oriented Programming Concepts: Research activity on encapsulation, inheritance, polymorphism, and abstraction implemented using Java.</a:t>
            </a:r>
          </a:p>
          <a:p>
            <a:pPr algn="l">
              <a:lnSpc>
                <a:spcPts val="1884"/>
              </a:lnSpc>
            </a:pPr>
          </a:p>
          <a:p>
            <a:pPr algn="l">
              <a:lnSpc>
                <a:spcPts val="1884"/>
              </a:lnSpc>
            </a:pPr>
            <a:r>
              <a:rPr lang="en-US" sz="1345" b="true">
                <a:solidFill>
                  <a:srgbClr val="575757"/>
                </a:solidFill>
                <a:latin typeface="Aileron Bold"/>
                <a:ea typeface="Aileron Bold"/>
                <a:cs typeface="Aileron Bold"/>
                <a:sym typeface="Aileron Bold"/>
              </a:rPr>
              <a:t>HOW I USE AI</a:t>
            </a:r>
          </a:p>
          <a:p>
            <a:pPr algn="l">
              <a:lnSpc>
                <a:spcPts val="1884"/>
              </a:lnSpc>
            </a:pPr>
          </a:p>
          <a:p>
            <a:pPr algn="l">
              <a:lnSpc>
                <a:spcPts val="1884"/>
              </a:lnSpc>
            </a:pPr>
            <a:r>
              <a:rPr lang="en-US" sz="1345" b="true">
                <a:solidFill>
                  <a:srgbClr val="575757"/>
                </a:solidFill>
                <a:latin typeface="Aileron Bold"/>
                <a:ea typeface="Aileron Bold"/>
                <a:cs typeface="Aileron Bold"/>
                <a:sym typeface="Aileron Bold"/>
              </a:rPr>
              <a:t>Used Al tools such as ChatGPT to improve written content, organize portfolio sections, and refine academic project descriptions in a clear and professional way.</a:t>
            </a:r>
          </a:p>
        </p:txBody>
      </p:sp>
      <p:sp>
        <p:nvSpPr>
          <p:cNvPr name="AutoShape 45" id="45"/>
          <p:cNvSpPr/>
          <p:nvPr/>
        </p:nvSpPr>
        <p:spPr>
          <a:xfrm flipH="true">
            <a:off x="532623" y="10290717"/>
            <a:ext cx="6538527" cy="0"/>
          </a:xfrm>
          <a:prstGeom prst="line">
            <a:avLst/>
          </a:prstGeom>
          <a:ln cap="flat" w="9525">
            <a:solidFill>
              <a:srgbClr val="57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H="true">
            <a:off x="488850" y="401283"/>
            <a:ext cx="6538527" cy="0"/>
          </a:xfrm>
          <a:prstGeom prst="line">
            <a:avLst/>
          </a:prstGeom>
          <a:ln cap="flat" w="9525">
            <a:solidFill>
              <a:srgbClr val="57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527939" y="8737275"/>
            <a:ext cx="2278526" cy="0"/>
          </a:xfrm>
          <a:prstGeom prst="line">
            <a:avLst/>
          </a:prstGeom>
          <a:ln cap="rnd" w="9525">
            <a:solidFill>
              <a:srgbClr val="5757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DAHG48Hzctc</dc:identifier>
  <dcterms:modified xsi:type="dcterms:W3CDTF">2011-08-01T06:04:30Z</dcterms:modified>
  <cp:revision>1</cp:revision>
  <dc:title>Minimalist White and Grey Professional Resume</dc:title>
</cp:coreProperties>
</file>